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>
                <a:solidFill>
                  <a:srgbClr val="000000"/>
                </a:solidFill>
                <a:latin typeface="Arial"/>
              </a:rPr>
              <a:t>Demi-journées travaillées — Vétérinaires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David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38</c:v>
                </c:pt>
                <c:pt idx="2">
                  <c:v>44</c:v>
                </c:pt>
                <c:pt idx="3">
                  <c:v>40</c:v>
                </c:pt>
                <c:pt idx="4">
                  <c:v>36</c:v>
                </c:pt>
                <c:pt idx="5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3B-0A44-B2D1-F831EF61ED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Stéphane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Juin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42</c:v>
                </c:pt>
                <c:pt idx="2">
                  <c:v>38</c:v>
                </c:pt>
                <c:pt idx="3">
                  <c:v>44</c:v>
                </c:pt>
                <c:pt idx="4">
                  <c:v>40</c:v>
                </c:pt>
                <c:pt idx="5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3B-0A44-B2D1-F831EF61E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550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 — présenter Amivet Planning, solution complète de gestion du planning pour clinique vétérinaire.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Démontrer la saisie par clic, le glisser-déposer, et les motifs d'absence via clic 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workflow demande → approbation garantit la traçabilité. Le commentaire est obligatoire en cas de refus.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signature électronique verrouille le mois entier — impossibilité de modifier les données après signature, sauf annulation par un vétérinaire.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tableau de bord est protégé par mot de passe. Il se verrouille automatiquement après 30 minutes d'inactivité.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— Récapitulatif des 8 modules d'Amivet Planning. Invitation aux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200400"/>
            <a:ext cx="2286000" cy="22860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🐾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Amivet Planning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 gestion du planning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Vétérinaire — Dr. Pelois &amp; Dr. Maquinay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2560320" cy="502920"/>
          </a:xfrm>
          <a:prstGeom prst="roundRect">
            <a:avLst>
              <a:gd name="adj" fmla="val 27273"/>
            </a:avLst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 modules intégrés</a:t>
            </a:r>
            <a:endParaRPr lang="en-US" sz="13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E39BEEE-2A21-201B-4886-038B1C9E6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293369"/>
            <a:ext cx="683552" cy="730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pour une gestion complète de la clinique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30352" y="149047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93776" y="14538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201168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40487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Mensuel, Annuel, Prévisionnel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587752" y="149047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51176" y="14538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32888" y="201168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congé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240487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approbation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32588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45152" y="149047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08576" y="14538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✍️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0288" y="201168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électronique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0288" y="240487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Feuilles de présence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132588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702552" y="149047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665976" y="14538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47688" y="201168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47688" y="240487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graphiques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30352" y="3227832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377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" y="3749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iOS/Android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41422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ICS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23160" y="30632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587752" y="3227832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55117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532888" y="3749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automatiques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32888" y="41422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congés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30632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645152" y="322783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60857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90288" y="3749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90288" y="41422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hashé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37960" y="3063240"/>
            <a:ext cx="19659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702552" y="3227832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665976" y="3191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47688" y="3749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47688" y="4142232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Couleurs, Import/Export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Calendrier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6002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: Vide → Présent → Absent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9476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12064" y="1883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pour remplir plusieurs cases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95144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12064" y="22311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: motif d'absence détaillé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642616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12064" y="25786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auto des demi-journées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9008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12064" y="2926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 par journée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12064" y="3273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"Aujourd'hui" en un clic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8503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12064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sup ASV sur case après-midi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032504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12064" y="3968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Vider le mois (tout ou par personne)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379976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12064" y="4315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dynamique du roster ASV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3360" y="2011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023360" y="6858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6858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6858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6858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6858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09560" y="6858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05072" y="100584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05072" y="1005840"/>
            <a:ext cx="4773168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023360" y="10058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09160" y="109728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09160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109728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394960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109728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080760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109728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766560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52360" y="109728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7452360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8160" y="109728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8138160" y="10972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05072" y="178308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005072" y="1783080"/>
            <a:ext cx="4773168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023360" y="1783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Après-M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09160" y="187452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09160" y="1874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94960" y="187452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394960" y="1874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80760" y="187452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080760" y="1874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766560" y="187452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766560" y="1874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452360" y="187452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452360" y="1874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A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38160" y="187452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8138160" y="18745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A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005072" y="256032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4005072" y="2560320"/>
            <a:ext cx="4773168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023360" y="25603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Stéphane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09160" y="265176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4709160" y="2651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394960" y="265176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5394960" y="2651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080760" y="265176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6080760" y="2651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A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766560" y="265176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6766560" y="2651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A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452360" y="265176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8138160" y="265176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4005072" y="33375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005072" y="3337560"/>
            <a:ext cx="4773168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4023360" y="33375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Stéphane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Après-M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709160" y="342900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4709160" y="3429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394960" y="342900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5394960" y="3429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P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080760" y="342900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6080760" y="3429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A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766560" y="342900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6766560" y="3429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A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452360" y="342900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8138160" y="342900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4005072" y="420624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4617720" y="4206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806440" y="420624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6419088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498080" y="420624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8119872" y="4206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Demandes de Congé ASV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502920"/>
          </a:xfrm>
          <a:prstGeom prst="roundRect">
            <a:avLst>
              <a:gd name="adj" fmla="val 2727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920240" cy="246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la demande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5544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920240" cy="502920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06040" y="1261872"/>
            <a:ext cx="192024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6060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97480" y="157276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d'approbation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1920240" cy="502920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1920240" cy="246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👨‍⚕️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157276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Vétérinaire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 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refuse 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15544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03720" y="1005840"/>
            <a:ext cx="19202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903720" y="1005840"/>
            <a:ext cx="1920240" cy="502920"/>
          </a:xfrm>
          <a:prstGeom prst="roundRect">
            <a:avLst>
              <a:gd name="adj" fmla="val 2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903720" y="1261872"/>
            <a:ext cx="1920240" cy="2468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9037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157276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 posé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refus motivé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21792" y="3090672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969264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 obligatoire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456432"/>
            <a:ext cx="2359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refus, le vétérinaire doit saisir un commentaire expliquant sa décision.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9718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502152" y="309067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849624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auto des heures sup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02152" y="3456432"/>
            <a:ext cx="2359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absence est posée, les heures supplémentaires du jour sont automatiquement effacées.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97180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382512" y="309067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729984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simple &amp; traçable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82512" y="3456432"/>
            <a:ext cx="23591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demande est enregistrée avec son statut : en attente, approuvée ou refusée.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✍️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1508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Feuilles de présence ASV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548640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480560" y="5486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548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ASV signe sa feuille mensuelle depuis son interface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389888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480560" y="138988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3898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verrouillé après signature (calendrier, popover, panneau latéral)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231136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480560" y="223113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↩️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22311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 possible par un vétérinaire depuis le Tableau de bord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072384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80560" y="307238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🖨️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30723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affiché dans la vue imprimable (signé par qui/quand)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3913632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480560" y="391363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39136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Sous-onglet "Feuilles signées" dans le Tableau de bord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Tableau de bord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0" y="164592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CA5A5">
              <a:alpha val="80000"/>
            </a:srgbClr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132320" y="164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Protégé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993392" cy="256032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060704"/>
            <a:ext cx="199339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Demi-journées travaillées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—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50592" y="914400"/>
            <a:ext cx="1993392" cy="256032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450592" y="1060704"/>
            <a:ext cx="1993392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450592" y="117043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542032" y="17647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complets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20299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Stéphane —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26864" y="9144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26864" y="914400"/>
            <a:ext cx="1993392" cy="256032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26864" y="1060704"/>
            <a:ext cx="199339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26864" y="117043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718304" y="17647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Samedis travaillés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18304" y="20299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vétérinaires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03136" y="914400"/>
            <a:ext cx="199339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803136" y="914400"/>
            <a:ext cx="1993392" cy="256032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803136" y="1060704"/>
            <a:ext cx="1993392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03136" y="1170432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894576" y="17647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 posés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94576" y="202996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ASV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274320" y="242316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5440680" y="248716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650992" y="24231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mensuel avec écarts (+2 David)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40680" y="294436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5650992" y="28803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supplémentaires ASV par mois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40680" y="340156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5650992" y="33375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Sous-onglet "Feuilles signées" — suivi annuel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40680" y="385876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5650992" y="3794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auto après 30 min d'inactivité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440680" y="431596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5650992" y="42519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Déverrouillage manuel avec mot de passe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0284C7">
              <a:alpha val="50000"/>
            </a:srgbClr>
          </a:solidFill>
          <a:ln w="12700">
            <a:solidFill>
              <a:srgbClr val="0284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Synchronisation Calendrier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0" y="914400"/>
            <a:ext cx="2560320" cy="3931920"/>
          </a:xfrm>
          <a:prstGeom prst="roundRect">
            <a:avLst>
              <a:gd name="adj" fmla="val 10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053328" y="1261872"/>
            <a:ext cx="2340864" cy="3255264"/>
          </a:xfrm>
          <a:prstGeom prst="roundRect">
            <a:avLst>
              <a:gd name="adj" fmla="val 1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17220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Calendrier — David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99632" y="1938528"/>
            <a:ext cx="438912" cy="475488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711696" y="1938528"/>
            <a:ext cx="438912" cy="475488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223760" y="1938528"/>
            <a:ext cx="438912" cy="4754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735824" y="1938528"/>
            <a:ext cx="438912" cy="475488"/>
          </a:xfrm>
          <a:prstGeom prst="roundRect">
            <a:avLst>
              <a:gd name="adj" fmla="val 8333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99632" y="2505456"/>
            <a:ext cx="438912" cy="475488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711696" y="2505456"/>
            <a:ext cx="438912" cy="475488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223760" y="2505456"/>
            <a:ext cx="438912" cy="4754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735824" y="2505456"/>
            <a:ext cx="438912" cy="475488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99632" y="3072384"/>
            <a:ext cx="438912" cy="475488"/>
          </a:xfrm>
          <a:prstGeom prst="roundRect">
            <a:avLst>
              <a:gd name="adj" fmla="val 8333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711696" y="3072384"/>
            <a:ext cx="438912" cy="475488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223760" y="3072384"/>
            <a:ext cx="438912" cy="475488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735824" y="3072384"/>
            <a:ext cx="438912" cy="475488"/>
          </a:xfrm>
          <a:prstGeom prst="roundRect">
            <a:avLst>
              <a:gd name="adj" fmla="val 8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118872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5488" y="11887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d'abonnement ICS par vétérinaire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87552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 côté téléphone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96596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5488" y="19659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7552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synchronisé personnalisable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7552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 / Absences / Les deux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74320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75488" y="27432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7552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des événements personnalisable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87552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vétérinaire, par type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52044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5488" y="35204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7552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Multi-appareils sur un même lien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87552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Désactivation = coupure pour tous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9768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5488" y="42976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87552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 propre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87552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disparaissent au prochain rafraîchissement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Emails Automatiques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66344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663440" cy="82296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66344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8869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Amivet Planning — Récapitulatif congés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le récapitulatif des congés de la semaine 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107899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5488" y="2359152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54480" y="2359152"/>
            <a:ext cx="107899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572768" y="2359152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1760" y="2359152"/>
            <a:ext cx="107899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670048" y="2359152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49040" y="2359152"/>
            <a:ext cx="107899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767328" y="2359152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078992" cy="3474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" y="274320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(ASV)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554480" y="2743200"/>
            <a:ext cx="1078992" cy="3474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572768" y="274320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7-11 juil.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51760" y="2743200"/>
            <a:ext cx="1078992" cy="3474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670048" y="274320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49040" y="2743200"/>
            <a:ext cx="1078992" cy="3474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767328" y="2743200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Approuvé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127248"/>
            <a:ext cx="107899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5488" y="312724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 (ASV)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54480" y="3127248"/>
            <a:ext cx="107899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572768" y="312724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14-18 juil.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51760" y="3127248"/>
            <a:ext cx="107899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670048" y="312724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49040" y="3127248"/>
            <a:ext cx="107899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767328" y="3127248"/>
            <a:ext cx="1042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Approuvé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529119"/>
            <a:ext cx="443484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71500" y="354068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Heures supplémentaires ASV — Juillet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0645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: +2h  |  Julie : +1h30  |  Sophie : 0h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91440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349240" y="9144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📆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852160" y="932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configurable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52160" y="1298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Hebdomadaire, mensuelle...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57800" y="187452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349240" y="18745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852160" y="18928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 configurable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52160" y="2258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vétérinaire ou admin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57800" y="283464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349240" y="28346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852160" y="28529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 du site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852160" y="32186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professionnel cohérent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7800" y="379476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349240" y="37947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852160" y="38130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instantané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852160" y="4178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Supabase Edge Functions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Impression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60520" cy="39319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09728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1605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Sécurité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48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protégé par mot de passe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395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Hashé côté Supabase, jamais en clair dans le code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automatique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3035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30 minutes d'inactivité du Tableau de bord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5643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self-service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email, sans intervention technique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09651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Déverrouillage manuel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4315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tout moment par saisie du mot de passe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4160520" cy="39319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160520" cy="10972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1645920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00600" y="9144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Impression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46320" y="22402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85232" y="2240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imprimable dédiée pour les ASV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2578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propre avec marges optimisées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85232" y="3200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de signature inclus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353872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Signé par / Date de signature — ou "Non signé"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416052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85232" y="41605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présence mensuelle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44988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complet du mois sélectionné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Personnalisation &amp; Autres fonctionnalités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Couleurs personnalisées par personne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08760" y="14173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Stéphane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(ASV)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 (ASV)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membre de l'équipe a sa propre couleur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dans toutes les vues.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Export / Import JSON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64592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⬇️ Exporter JSON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3840480"/>
            <a:ext cx="1645920" cy="475488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331720" y="38404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⬆️ Importer JSON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407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Sauvegardez ou restaurez toutes les données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l'application en un clic.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868680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45152" y="868680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66360" y="89611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1188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Remise à zéro de l'année courante ou du prévisionnel séparément.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892808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645152" y="1892808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66360" y="192024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roster ASV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212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et retrait dynamique des ASV sans redémarrage.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916936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645152" y="2916936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166360" y="29443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supplémentaires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32369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par ASV par jour, affichées sur la case après-midi du calendrier.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941064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645152" y="394106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166360" y="396849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par personne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42611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Demi-journées, jours complets, samedis, mois le plus chargé.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4B8A6">
              <a:alpha val="35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840480" y="228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🐾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Amivet Planning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complète, sécurisée et intuitive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gestion du planning de votre clinique vétérinaire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Calendrier intelligent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88036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2880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Tableau de bord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88036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26480" y="2880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Signature électronique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447288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Sync mobile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3447288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91840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Sécurisé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447288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26480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Emails auto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Vétérinaire — Dr. Pelois &amp; Dr. Maquinay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926</Words>
  <Application>Microsoft Macintosh PowerPoint</Application>
  <PresentationFormat>Affichage à l'écran (16:9)</PresentationFormat>
  <Paragraphs>263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Amivet Planning</dc:title>
  <dc:subject>PptxGenJS Presentation</dc:subject>
  <dc:creator>Clinique Vétérinaire — Dr. Pelois &amp; Dr. Maquinay</dc:creator>
  <cp:lastModifiedBy>Jérémie PIVOT</cp:lastModifiedBy>
  <cp:revision>3</cp:revision>
  <dcterms:created xsi:type="dcterms:W3CDTF">2026-06-30T17:06:03Z</dcterms:created>
  <dcterms:modified xsi:type="dcterms:W3CDTF">2026-06-30T19:08:17Z</dcterms:modified>
</cp:coreProperties>
</file>